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4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Adoption &amp;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Realization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customers bought actually being used 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is the gap worth?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 Iyer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themes define my career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Manager, Microsoft 365 Data Platform.</a:t>
            </a: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Ten years building data and ML platform products.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Sigma  →  Bing Ads  →  Azure Messaging  →  Microsoft 365.</a:t>
            </a: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measurement layer other teams build 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7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Centricity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270248" y="27889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3063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27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991856" y="27889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DF1EC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66176" y="3063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1389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“Building large platforms and data products that solve customers' problems, while I keep learning, is what I love — and that's what brings me here today.”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a software business answers precisely. The fourth is the hard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550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sell?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SKU, every feature, catalogued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8120" y="17282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did we sell?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8072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dollar, to the unit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did we sell it to?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6484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region, industry, contract terms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3410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DF1EC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178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they doing with it?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48970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definition, no shared number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61120" y="1600200"/>
            <a:ext cx="2651760" cy="3310128"/>
          </a:xfrm>
          <a:prstGeom prst="roundRect">
            <a:avLst>
              <a:gd name="adj" fmla="val 2069"/>
            </a:avLst>
          </a:prstGeom>
          <a:solidFill>
            <a:srgbClr val="1E2761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81160" y="18745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fourth question is the only one that tells you whether the first three will still be true next year.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tells you what a customer bought.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tell you whether it mattered.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</a:t>
            </a:r>
            <a:r>
              <a:rPr lang="en-US" sz="17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what customers buy never converts into use — and nobody sees it until the renewal call.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5687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 the only lever left is a discount. I'll show you exactly how I get to that number — and you should hold me to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Realization Rate (VRR) is occupancy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VRR</a:t>
            </a:r>
            <a:r>
              <a:rPr lang="en-US" sz="1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their features they use</a:t>
            </a:r>
            <a:r>
              <a:rPr lang="en-US" sz="1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   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their capacity they use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Acme could get from this SKU is a square. They occupy 26% of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2578608"/>
            <a:ext cx="4206240" cy="2286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4114800"/>
            <a:ext cx="3364992" cy="749808"/>
          </a:xfrm>
          <a:prstGeom prst="rect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425196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headroom  ·  $74k a year on this one account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 rot="16200000">
            <a:off x="228600" y="2578608"/>
            <a:ext cx="685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4919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capacity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Financial  ·  $100k/year  ·  4 features  ·  10M credits  ·  monthly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578608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679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they use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715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4, value-weighted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0" y="26334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760720" y="3236976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they use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49640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667k of 833k credits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760720" y="3895344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DF1EC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3995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the square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49640" y="4032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× 80%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0" y="3950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760720" y="4590288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4736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bought a platform and deployed a point tool. Neither number catches that alone.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5559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is not the target.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57972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at 100% has no headroom left — they are under-provisioned, not healthy. It is an upsell signal.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544068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5559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grade.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46520" y="57972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score is unclaimed value you have already sold. The empty part of the square is the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score, four different problems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tells you an account is at 26%. The two factors tell you which of four conversations to have — and who should have 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1920240"/>
            <a:ext cx="4023360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54112" y="2139696"/>
            <a:ext cx="155448" cy="155448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10144" y="1984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04120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accounts · $3.9M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10144" y="22311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rescue  ·  CS leadership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2587752"/>
            <a:ext cx="4023360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54112" y="2807208"/>
            <a:ext cx="155448" cy="155448"/>
          </a:xfrm>
          <a:prstGeom prst="ellipse">
            <a:avLst/>
          </a:prstGeom>
          <a:solidFill>
            <a:srgbClr val="B37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10144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hot on one thing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10412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3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accounts · $1.5M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10144" y="28986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hit the cap and renegotiate on price  ·  Sales + Product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3255264"/>
            <a:ext cx="4023360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54112" y="3474720"/>
            <a:ext cx="155448" cy="155448"/>
          </a:xfrm>
          <a:prstGeom prst="ellipse">
            <a:avLst/>
          </a:prstGeom>
          <a:solidFill>
            <a:srgbClr val="5A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10144" y="3319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up, never scaled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104120" y="3319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at this threshold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10144" y="3566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— why hasn't volume grown?  ·  Customer Success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89520" y="3922776"/>
            <a:ext cx="4023360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754112" y="4142232"/>
            <a:ext cx="155448" cy="155448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10144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Realizing value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10412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accounts · $7.8M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10144" y="4233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conversation  ·  Sales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8680" y="4983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Bottom-left is a rescue. Bottom-right is a pricing conversation waiting to happen. Top-left is an enablement gap. Top-right is where expansion comes from.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8680" y="5440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dashboard, and the threshold is a slider — so “high” is a dial, not a decree. Bubble size is contract value; hovering gives the account, its score, and what it is worth.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A4928A-26CB-9342-1F1B-07D42A2C8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66280"/>
            <a:ext cx="7004304" cy="2721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found — and the number that should worry you</a:t>
            </a:r>
            <a:endParaRPr lang="en-US" sz="3400" dirty="0"/>
          </a:p>
        </p:txBody>
      </p:sp>
      <p:pic>
        <p:nvPicPr>
          <p:cNvPr id="4" name="Image 0" descr="docs/screenshots/crop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1064240" cy="2596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434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46981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194560" y="46817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on the widest SKU (with 5 features)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70248" y="4434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498848" y="467801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16168" y="46817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feature or none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91856" y="4434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0456" y="4688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3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637776" y="46817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 Core feature at all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5709977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means the Core feature is among those in use; orange means it is not. Counted per customer–SKU relationship, not per customer.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in the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read from the pipeline. Nothing is computed in the app — the dashboard and the tests are looking at the same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24328"/>
            <a:ext cx="384048" cy="384048"/>
          </a:xfrm>
          <a:prstGeom prst="ellipse">
            <a:avLst/>
          </a:prstGeom>
          <a:solidFill>
            <a:srgbClr val="2E3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569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on the Overview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253288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line first: data complete through July, three internal accounts excluded, eighty-four duplicate rows removed.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rgbClr val="2E3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threshold slider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346557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account, plotted. Drag 50% to 70% and watch them redistribute. “High” is a dial, not a decree.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489704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 into one account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439826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named features they are paying for and not using — three of them the reason they bought it. This is what a CSM opens.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422392"/>
            <a:ext cx="384048" cy="384048"/>
          </a:xfrm>
          <a:prstGeom prst="ellipse">
            <a:avLst/>
          </a:prstGeom>
          <a:solidFill>
            <a:srgbClr val="2E3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367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Data Quality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5330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this pipeline dropped, with a reason and a count, appended on every run.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 is the one that matters — it is where a metric becomes a phone call.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metric, three altitudes, one accountable owner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09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CPO &amp; GMs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invest, what to repackage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score and dollars not converting, cut by segment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SKU is failing, and in which of the four ways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adoption inside each SKU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CSM &amp; Sales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 to call this week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unused features and what they are worth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600200"/>
            <a:ext cx="4937760" cy="3108960"/>
          </a:xfrm>
          <a:prstGeom prst="roundRect">
            <a:avLst>
              <a:gd name="adj" fmla="val 1765"/>
            </a:avLst>
          </a:prstGeom>
          <a:solidFill>
            <a:srgbClr val="FDF1EC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flag ends in a worklist, not a score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49440" y="22128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CSM actually opens: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542032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“Acme Financial is paying for 13 features they did not use this month — </a:t>
            </a: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them are the reason the SKU was bought</a:t>
            </a: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Roughly $1.8M a year of contract value sits behind this list.”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named features, ranked by how much they matter — Core first.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“this account scores 26%.”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becomes accountable.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= contract value × (1 − VRR). It is in dollars, so it sums by account owner. Quarter over quarter you can see how much at-risk value each owner moved — the bridge from a metric to a motion.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on Value Realization Rate as how we measure adoption.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definition. One calculation. Every team reading the same number.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3551691"/>
            <a:ext cx="8275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metric and the calculation. Everything downstream depends on one number we all accept.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62686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588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quarter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4392939"/>
            <a:ext cx="8275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against real renewal history. Does it predict churn earlier than NRR?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468112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5394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5234187"/>
            <a:ext cx="8275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feature weights from outcomes instead of judgment — then, and only then, the incentive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trade-offs  ·  the twelve messy realities  ·  how I know the number is right  ·  what I got wrong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ends on the previous slide. Everything past here exists to be challenged.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flows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48256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customers · 500 SKUs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features · 15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15184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79776" y="1645920"/>
            <a:ext cx="2048256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16936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16936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16936" y="2331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Sandbox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raw tables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verified on load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10912" y="1645920"/>
            <a:ext cx="2048256" cy="1600200"/>
          </a:xfrm>
          <a:prstGeom prst="roundRect">
            <a:avLst>
              <a:gd name="adj" fmla="val 3429"/>
            </a:avLst>
          </a:prstGeom>
          <a:solidFill>
            <a:srgbClr val="EEF2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8072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8072" y="2331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models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intermediate → marts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full-refresh CTAS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77456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42048" y="1645920"/>
            <a:ext cx="2048256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79208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79208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79208" y="2331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mart tables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SKU · feature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executive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0859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73184" y="1645920"/>
            <a:ext cx="2048256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10344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10344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10344" y="2331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views, read-only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computed in the UI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Full-refresh CTAS, not incremental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43400" y="388168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blocks DML — I verified that with a smoke test rather than reading it in docs. It is also the right call at this volume: idempotent, no state drift.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diagnose, dollars prioritize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43400" y="450347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cannot be summed across customers. Dollars can, so Value at Risk aggregates to any cut of the business.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not React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43400" y="512526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speed trade-off. The deliverable is a decision, not a product.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797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hardcoded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43400" y="574705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dataset, and thresholds all come from config. The pipeline runs against any BigQuery instance by changing one file.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DATA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part: the data is a liar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realities injected on purpose. Five were specified. Seven I added, because they are what actually breaks adoption metrics in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 ·  5, SPECIFIED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408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Shelfware · burn-and-stop · chronic overage · mid-year expansion · brand-new deployments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DF1EC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048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 ·  7, ADDED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23408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· unlimited contracts · usage on unbought features · lapsed renewals · late-arriving data · internal test accounts · multi-currency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of them changed the framework, not just the cleaning rules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contracts have no denominator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41148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“Unlimited” deals are scored on feature coverage alone. Substituting 100% would make them look like the healthiest accounts in the portfolio.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773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third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477316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lapsed renewal is not healthy and not at risk — it is not applicable, and produces no row at all. Most frameworks only have two states.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431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can be correct but not final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543153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month is marked incomplete and drawn greyed. Hide that, and the first time an exec notices it move, they stop trusting every number.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tests check the answer, not the plumbing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planted twelve problems in the data, then tested whether the metric found them — without ever letting the pipeline see the labels.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the pipeline cannot see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secretly labels each customer's intended behaviour in a column no model reads. The tests ask whether the metric independently rediscovered what was planted.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automated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injection, business-answer correctness, and invariants — including one that simply asserts the portfolio value is plausible.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8770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dropped row is on the record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1513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cleaning step logs rows in, rows out, and why. Appended per run, so a number that moves can be traced to the step that moved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719072"/>
            <a:ext cx="5394960" cy="3054096"/>
          </a:xfrm>
          <a:prstGeom prst="roundRect">
            <a:avLst>
              <a:gd name="adj" fmla="val 1796"/>
            </a:avLst>
          </a:prstGeom>
          <a:solidFill>
            <a:srgbClr val="F4F6FA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1883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last run actually did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2311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9480" y="217818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contract-months removed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6151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56223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test accounts excluded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999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69480" y="294627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rows for features never bought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33032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a contract and no usage — counted as zero, not unknown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7673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69480" y="371437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the current month marked still loading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1513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409842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no active contract — not scored, not shelfware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5720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row, every run, with a reason — and shown in the dashboard.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6350">
            <a:solidFill>
              <a:srgbClr val="DE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cleaning is how data teams lose trust.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5559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moves, nobody can explain it, and after that every number gets questioned. So the dashboard carries a permanent line above the metrics: what was excluded, what was deduplicated, and how current the data is.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HARD TRUTHS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and what it changed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read past a wrong number.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version reported $1.9B at risk across 97 customers — larger than the business. I had multiplied consumption capacity by unit price instead of the commercial quantity. The pipeline reported success throughout.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9535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now a test that asserts the portfolio value is plausible. Structure was never the problem; magnitude was.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5387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own safety mechanism was never exercised.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044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audit's first run showed zero rows zero-filled. My generator was emitting zeros where real telemetry emits nothing, so the anti-shelfware logic had never run and its tests were passing vacuously.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caught it, not the tests. That is the argument for having built it.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0200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 validates mechanics, not predictive power.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538581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tests prove the logic handles twelve messy realities. They cannot prove VRR predicts churn.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9161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needs a backtest against real history — which is exactly what I am asking for.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3156</Words>
  <Application>Microsoft Macintosh PowerPoint</Application>
  <PresentationFormat>Widescreen</PresentationFormat>
  <Paragraphs>248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Adoption &amp; Value Realization Framework</dc:title>
  <dc:subject>PptxGenJS Presentation</dc:subject>
  <dc:creator>Suraj Parameswara Iyer</dc:creator>
  <cp:lastModifiedBy>Suraj Parameswara Iyer</cp:lastModifiedBy>
  <cp:revision>4</cp:revision>
  <dcterms:created xsi:type="dcterms:W3CDTF">2026-08-20T13:44:13Z</dcterms:created>
  <dcterms:modified xsi:type="dcterms:W3CDTF">2026-08-21T12:07:57Z</dcterms:modified>
</cp:coreProperties>
</file>